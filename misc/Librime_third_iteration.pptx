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59" r:id="rId8"/>
    <p:sldId id="261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6" autoAdjust="0"/>
    <p:restoredTop sz="94660"/>
  </p:normalViewPr>
  <p:slideViewPr>
    <p:cSldViewPr snapToGrid="0">
      <p:cViewPr varScale="1">
        <p:scale>
          <a:sx n="82" d="100"/>
          <a:sy n="82" d="100"/>
        </p:scale>
        <p:origin x="2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47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2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7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52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05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88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62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0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9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02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8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650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22691" y="871758"/>
            <a:ext cx="5207880" cy="4141218"/>
          </a:xfrm>
        </p:spPr>
        <p:txBody>
          <a:bodyPr>
            <a:normAutofit/>
          </a:bodyPr>
          <a:lstStyle/>
          <a:p>
            <a:r>
              <a:rPr lang="de-DE" dirty="0" err="1"/>
              <a:t>LibrIMe</a:t>
            </a:r>
            <a:br>
              <a:rPr lang="de-DE" dirty="0"/>
            </a:br>
            <a:r>
              <a:rPr lang="de-DE" sz="1200" dirty="0">
                <a:ea typeface="+mj-lt"/>
                <a:cs typeface="+mj-lt"/>
              </a:rPr>
              <a:t>Deine Freiheit beginnt im Ohr</a:t>
            </a:r>
            <a:br>
              <a:rPr lang="de-DE" sz="1200" dirty="0">
                <a:ea typeface="+mj-lt"/>
                <a:cs typeface="+mj-lt"/>
              </a:rPr>
            </a:br>
            <a:br>
              <a:rPr lang="de-DE" sz="1200" dirty="0">
                <a:ea typeface="+mj-lt"/>
                <a:cs typeface="+mj-lt"/>
              </a:rPr>
            </a:br>
            <a:br>
              <a:rPr lang="de-DE" sz="1200" dirty="0"/>
            </a:br>
            <a:br>
              <a:rPr lang="de-DE" sz="1200" dirty="0"/>
            </a:br>
            <a:br>
              <a:rPr lang="de-DE" sz="1200" dirty="0"/>
            </a:br>
            <a:br>
              <a:rPr lang="de-DE" sz="1200" dirty="0"/>
            </a:br>
            <a:br>
              <a:rPr lang="de-DE" sz="1200" dirty="0"/>
            </a:br>
            <a:br>
              <a:rPr lang="de-DE" sz="1200" dirty="0"/>
            </a:br>
            <a:br>
              <a:rPr lang="de-DE" sz="1200" dirty="0"/>
            </a:br>
            <a:br>
              <a:rPr lang="de-DE" sz="1200" dirty="0"/>
            </a:br>
            <a:br>
              <a:rPr lang="de-DE" sz="1200" dirty="0"/>
            </a:br>
            <a:br>
              <a:rPr lang="de-DE" sz="1200" dirty="0"/>
            </a:br>
            <a:r>
              <a:rPr lang="de-DE" dirty="0"/>
              <a:t>  3. Iteration</a:t>
            </a:r>
            <a:endParaRPr lang="de-DE" sz="12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5207880" cy="1005657"/>
          </a:xfrm>
        </p:spPr>
        <p:txBody>
          <a:bodyPr>
            <a:normAutofit/>
          </a:bodyPr>
          <a:lstStyle/>
          <a:p>
            <a:r>
              <a:rPr lang="de-DE" sz="1100" dirty="0"/>
              <a:t>By Florian Fuchs, Dominik Bliem-Zupansky, Philip Macheiner, Vladimir </a:t>
            </a:r>
            <a:r>
              <a:rPr lang="de-DE" sz="1100" dirty="0" err="1"/>
              <a:t>Tsankov</a:t>
            </a:r>
            <a:r>
              <a:rPr lang="de-DE" sz="1100" dirty="0"/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40B7C6C7-49E9-B2CC-425F-6B357FF3C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743" y="2323"/>
            <a:ext cx="6346901" cy="6853353"/>
          </a:xfrm>
          <a:prstGeom prst="rect">
            <a:avLst/>
          </a:prstGeom>
        </p:spPr>
      </p:pic>
      <p:pic>
        <p:nvPicPr>
          <p:cNvPr id="10" name="Grafik 9" descr="Ein Bild, das Text, Design, Logo, Grafiken enthält.&#10;&#10;KI-generierte Inhalte können fehlerhaft sein.">
            <a:extLst>
              <a:ext uri="{FF2B5EF4-FFF2-40B4-BE49-F238E27FC236}">
                <a16:creationId xmlns:a16="http://schemas.microsoft.com/office/drawing/2014/main" id="{650E3137-36F1-D854-228D-2EDE2E942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934" y="977216"/>
            <a:ext cx="1545824" cy="236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26A2DE-8B07-84D0-1567-EFF1863C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Inhalt 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F95B9-98AE-E52D-B58E-E26383446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DE" sz="2400" dirty="0">
                <a:latin typeface="Univers Condensed"/>
              </a:rPr>
              <a:t>Was wurde sich vorgenommen!</a:t>
            </a:r>
          </a:p>
          <a:p>
            <a:r>
              <a:rPr lang="de-DE" sz="2400" dirty="0">
                <a:latin typeface="Univers Condensed"/>
              </a:rPr>
              <a:t>Was wurde geschafft!</a:t>
            </a:r>
          </a:p>
          <a:p>
            <a:r>
              <a:rPr lang="de-DE" sz="2400" dirty="0">
                <a:latin typeface="Univers Condensed"/>
              </a:rPr>
              <a:t>Welche Probleme gab es!</a:t>
            </a:r>
          </a:p>
          <a:p>
            <a:r>
              <a:rPr lang="de-DE" sz="2400" dirty="0" err="1">
                <a:latin typeface="Univers Condensed"/>
              </a:rPr>
              <a:t>Recap</a:t>
            </a:r>
            <a:r>
              <a:rPr lang="de-DE" sz="2400" dirty="0">
                <a:latin typeface="Univers Condensed"/>
              </a:rPr>
              <a:t> aller Iteration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sz="2200" dirty="0">
                <a:latin typeface="Univers Condensed"/>
              </a:rPr>
              <a:t>Was lief gut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sz="2200" dirty="0">
                <a:latin typeface="Univers Condensed"/>
              </a:rPr>
              <a:t>Was lief schlecht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sz="2200" dirty="0">
                <a:latin typeface="Univers Condensed"/>
              </a:rPr>
              <a:t>Was würde man beim nächsten Mal anders machen</a:t>
            </a:r>
          </a:p>
          <a:p>
            <a:r>
              <a:rPr lang="de-DE" sz="2400" dirty="0">
                <a:latin typeface="Univers Condensed"/>
              </a:rPr>
              <a:t>Live Demo</a:t>
            </a:r>
          </a:p>
          <a:p>
            <a:endParaRPr lang="de-DE" sz="2400" dirty="0">
              <a:latin typeface="Univers Condensed"/>
            </a:endParaRPr>
          </a:p>
        </p:txBody>
      </p:sp>
      <p:pic>
        <p:nvPicPr>
          <p:cNvPr id="8" name="Grafik 7" descr="Ein Bild, das Text, Design, Logo, Grafiken enthält.&#10;&#10;KI-generierte Inhalte können fehlerhaft sein.">
            <a:extLst>
              <a:ext uri="{FF2B5EF4-FFF2-40B4-BE49-F238E27FC236}">
                <a16:creationId xmlns:a16="http://schemas.microsoft.com/office/drawing/2014/main" id="{602F4293-807B-4BBE-09E0-815BAD174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602" y="728314"/>
            <a:ext cx="3609975" cy="540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87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23BF77-3695-BB9D-F0D6-D6DCD816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>
                <a:latin typeface="Univers Condensed"/>
              </a:rPr>
              <a:t>Was wurde sich vorgenommen!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BCB85E-55E8-ADB6-7A60-6907B9129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55244"/>
            <a:ext cx="10691265" cy="4508698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de-DE" sz="1500" dirty="0">
              <a:latin typeface="Univers Condensed"/>
            </a:endParaRP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8" name="Grafik 7" descr="Ein Bild, das Text, Design, Logo, Grafiken enthält.&#10;&#10;KI-generierte Inhalte können fehlerhaft sein.">
            <a:extLst>
              <a:ext uri="{FF2B5EF4-FFF2-40B4-BE49-F238E27FC236}">
                <a16:creationId xmlns:a16="http://schemas.microsoft.com/office/drawing/2014/main" id="{E2682F40-4826-94BF-C898-AD64251D6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602" y="728314"/>
            <a:ext cx="3609975" cy="5400906"/>
          </a:xfrm>
          <a:prstGeom prst="rect">
            <a:avLst/>
          </a:prstGeom>
        </p:spPr>
      </p:pic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5EBCB85E-55E8-ADB6-7A60-6907B9129AC4}"/>
              </a:ext>
            </a:extLst>
          </p:cNvPr>
          <p:cNvSpPr>
            <a:spLocks noGrp="1"/>
          </p:cNvSpPr>
          <p:nvPr/>
        </p:nvSpPr>
        <p:spPr>
          <a:xfrm>
            <a:off x="700636" y="1555244"/>
            <a:ext cx="7076644" cy="45086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dirty="0">
                <a:latin typeface="Univers Condensed"/>
              </a:rPr>
              <a:t>AI-Modul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Implementierung von </a:t>
            </a:r>
            <a:r>
              <a:rPr lang="de-DE" sz="1500" dirty="0" err="1">
                <a:latin typeface="Univers Condensed"/>
              </a:rPr>
              <a:t>Logging</a:t>
            </a:r>
            <a:r>
              <a:rPr lang="de-DE" sz="1500" dirty="0">
                <a:latin typeface="Univers Condensed"/>
              </a:rPr>
              <a:t> in das AI-Modul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Integration eines Translator in das AI-Modul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Integration einer zweiten Sprache. (Englisch)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Audiofile aufsplitten.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Multi User System.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 sz="600" dirty="0">
              <a:latin typeface="Univers Condensed"/>
            </a:endParaRPr>
          </a:p>
          <a:p>
            <a:r>
              <a:rPr lang="de-DE" sz="1500" dirty="0">
                <a:latin typeface="Univers Condensed"/>
              </a:rPr>
              <a:t>Backend</a:t>
            </a:r>
            <a:endParaRPr lang="de-DE" sz="1300" dirty="0">
              <a:latin typeface="Univers Condensed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Erweiterung der REST-API und der Messagequeue zur Unterstützung mehrerer Sprachen und Audiofilesplitting.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Bereitstellung der Audiofiles via REST-API</a:t>
            </a:r>
            <a:endParaRPr lang="de-DE" sz="1300" dirty="0">
              <a:latin typeface="Univers Condensed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Datenbank für </a:t>
            </a:r>
            <a:r>
              <a:rPr lang="de-DE" sz="1500" dirty="0" err="1">
                <a:latin typeface="Univers Condensed"/>
              </a:rPr>
              <a:t>Jobhistory</a:t>
            </a:r>
            <a:r>
              <a:rPr lang="de-DE" sz="1500" dirty="0">
                <a:latin typeface="Univers Condensed"/>
              </a:rPr>
              <a:t> und Datenpersistenz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 sz="600" dirty="0">
              <a:latin typeface="Univers Condensed"/>
            </a:endParaRPr>
          </a:p>
          <a:p>
            <a:pPr marL="0" indent="0">
              <a:buNone/>
            </a:pPr>
            <a:endParaRPr lang="de-DE" sz="1500" dirty="0">
              <a:latin typeface="Univers Condensed"/>
            </a:endParaRP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9075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3F6E8-20F1-5310-C96C-55BDFF740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AAD34-D9E5-096F-869B-48CA365F3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latin typeface="Univers Condensed"/>
              </a:rPr>
              <a:t>Was wurde geschafft!</a:t>
            </a:r>
          </a:p>
        </p:txBody>
      </p:sp>
      <p:pic>
        <p:nvPicPr>
          <p:cNvPr id="10" name="Grafik 9" descr="Ein Bild, das Text, Design, Logo, Grafiken enthält.&#10;&#10;KI-generierte Inhalte können fehlerhaft sein.">
            <a:extLst>
              <a:ext uri="{FF2B5EF4-FFF2-40B4-BE49-F238E27FC236}">
                <a16:creationId xmlns:a16="http://schemas.microsoft.com/office/drawing/2014/main" id="{58D08EEC-6F28-6268-6E7B-48ADC72CB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602" y="728314"/>
            <a:ext cx="3609975" cy="5400906"/>
          </a:xfrm>
          <a:prstGeom prst="rect">
            <a:avLst/>
          </a:prstGeom>
        </p:spPr>
      </p:pic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4FF6163-F2DB-C160-29F9-02AED2BE23D7}"/>
              </a:ext>
            </a:extLst>
          </p:cNvPr>
          <p:cNvSpPr>
            <a:spLocks noGrp="1"/>
          </p:cNvSpPr>
          <p:nvPr/>
        </p:nvSpPr>
        <p:spPr>
          <a:xfrm>
            <a:off x="700636" y="1555244"/>
            <a:ext cx="7076644" cy="45086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dirty="0">
                <a:latin typeface="Univers Condensed"/>
              </a:rPr>
              <a:t>AI-Modul</a:t>
            </a:r>
          </a:p>
          <a:p>
            <a:pPr lvl="1">
              <a:lnSpc>
                <a:spcPct val="100000"/>
              </a:lnSpc>
              <a:buFont typeface="Courier New,monospace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Implementierung von </a:t>
            </a:r>
            <a:r>
              <a:rPr lang="de-DE" sz="1500" dirty="0" err="1">
                <a:latin typeface="Univers Condensed"/>
              </a:rPr>
              <a:t>Logging</a:t>
            </a:r>
            <a:r>
              <a:rPr lang="de-DE" sz="1500" dirty="0">
                <a:latin typeface="Univers Condensed"/>
              </a:rPr>
              <a:t> in das AI-Modul</a:t>
            </a:r>
            <a:endParaRPr lang="en-US" sz="1500" dirty="0">
              <a:latin typeface="Univers Condensed"/>
            </a:endParaRPr>
          </a:p>
          <a:p>
            <a:pPr lvl="1">
              <a:lnSpc>
                <a:spcPct val="100000"/>
              </a:lnSpc>
              <a:buFont typeface="Courier New,monospace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Integration eines Translator in das AI-Modul</a:t>
            </a:r>
            <a:endParaRPr lang="en-US" sz="1500" dirty="0">
              <a:latin typeface="Univers Condensed"/>
            </a:endParaRPr>
          </a:p>
          <a:p>
            <a:pPr lvl="1">
              <a:lnSpc>
                <a:spcPct val="100000"/>
              </a:lnSpc>
              <a:buFont typeface="Courier New,monospace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Integration einer zweiten Sprache. (Englisch)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 sz="600" dirty="0">
              <a:latin typeface="Univers Condensed"/>
            </a:endParaRPr>
          </a:p>
          <a:p>
            <a:r>
              <a:rPr lang="de-DE" sz="1500" dirty="0">
                <a:latin typeface="Univers Condensed"/>
              </a:rPr>
              <a:t>Backend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Erweiterung der REST-API und der Messagequeue zur Unterstützung mehrerer Sprachen und Audiofilesplitting.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Bereitstellung der Audiofiles via REST-API</a:t>
            </a:r>
            <a:endParaRPr lang="de-DE" sz="1300" dirty="0">
              <a:latin typeface="Univers Condensed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500" dirty="0">
                <a:latin typeface="Univers Condensed"/>
              </a:rPr>
              <a:t>Datenbank für </a:t>
            </a:r>
            <a:r>
              <a:rPr lang="de-DE" sz="1500" dirty="0" err="1">
                <a:latin typeface="Univers Condensed"/>
              </a:rPr>
              <a:t>Jobhistory</a:t>
            </a:r>
            <a:r>
              <a:rPr lang="de-DE" sz="1500" dirty="0">
                <a:latin typeface="Univers Condensed"/>
              </a:rPr>
              <a:t> und Datenpersistenz</a:t>
            </a:r>
          </a:p>
          <a:p>
            <a:pPr marL="0" indent="0">
              <a:buNone/>
            </a:pPr>
            <a:endParaRPr lang="de-DE" sz="1500" dirty="0">
              <a:latin typeface="Univers Condensed"/>
            </a:endParaRP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14788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B6944-B075-5372-0925-9EC531179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9AF3C1-587C-78D9-6FC0-F7356F9A4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latin typeface="Univers Condensed"/>
              </a:rPr>
              <a:t>Welche Probleme gab es!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C640764-63B6-A35F-96F2-B1B81D7F4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77064"/>
            <a:ext cx="10691265" cy="39848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800" dirty="0">
                <a:latin typeface="Univers Condensed"/>
              </a:rPr>
              <a:t>Zeitdruck</a:t>
            </a:r>
          </a:p>
          <a:p>
            <a:r>
              <a:rPr lang="de-DE" sz="2800" dirty="0">
                <a:latin typeface="Univers Condensed"/>
              </a:rPr>
              <a:t>Unterschätzen der Komplexität</a:t>
            </a:r>
          </a:p>
          <a:p>
            <a:r>
              <a:rPr lang="de-DE" sz="2800" dirty="0">
                <a:latin typeface="Univers Condensed"/>
              </a:rPr>
              <a:t>Zuviel vorgenommen.</a:t>
            </a:r>
          </a:p>
          <a:p>
            <a:endParaRPr lang="de-DE" sz="1500" dirty="0">
              <a:latin typeface="Univers Condensed"/>
            </a:endParaRPr>
          </a:p>
          <a:p>
            <a:endParaRPr lang="de-DE" sz="1500" dirty="0">
              <a:latin typeface="Univers Condensed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e-DE" sz="1300" dirty="0">
              <a:latin typeface="Univers Condensed"/>
            </a:endParaRPr>
          </a:p>
          <a:p>
            <a:endParaRPr lang="de-DE" sz="1500" dirty="0">
              <a:latin typeface="Univers Condensed"/>
            </a:endParaRPr>
          </a:p>
        </p:txBody>
      </p:sp>
      <p:pic>
        <p:nvPicPr>
          <p:cNvPr id="10" name="Grafik 9" descr="Ein Bild, das Text, Design, Logo, Grafiken enthält.&#10;&#10;KI-generierte Inhalte können fehlerhaft sein.">
            <a:extLst>
              <a:ext uri="{FF2B5EF4-FFF2-40B4-BE49-F238E27FC236}">
                <a16:creationId xmlns:a16="http://schemas.microsoft.com/office/drawing/2014/main" id="{496EB78D-DFC8-843F-0CE0-D0306FE91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602" y="728314"/>
            <a:ext cx="3609975" cy="540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1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183C8-B523-70BA-2DF4-C9F10A8E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EE113-92B5-CA32-FA69-EC028B12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dirty="0" err="1"/>
              <a:t>Recap</a:t>
            </a:r>
            <a:r>
              <a:rPr lang="de-DE" sz="2400" dirty="0"/>
              <a:t> aller Iteration</a:t>
            </a:r>
            <a:br>
              <a:rPr lang="de-DE" sz="3200" dirty="0"/>
            </a:br>
            <a:r>
              <a:rPr lang="de-DE" sz="2000" dirty="0"/>
              <a:t>Was lief gut!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AD3E849-951A-9356-DE02-2B72E0F9C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de-DE" dirty="0">
              <a:latin typeface="Univers Condensed"/>
            </a:endParaRP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10" name="Grafik 9" descr="Ein Bild, das Text, Design, Logo, Grafiken enthält.&#10;&#10;KI-generierte Inhalte können fehlerhaft sein.">
            <a:extLst>
              <a:ext uri="{FF2B5EF4-FFF2-40B4-BE49-F238E27FC236}">
                <a16:creationId xmlns:a16="http://schemas.microsoft.com/office/drawing/2014/main" id="{D4868AA5-D464-5234-A1B9-DA21EEB49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602" y="728314"/>
            <a:ext cx="3609975" cy="5400906"/>
          </a:xfrm>
          <a:prstGeom prst="rect">
            <a:avLst/>
          </a:prstGeom>
        </p:spPr>
      </p:pic>
      <p:sp>
        <p:nvSpPr>
          <p:cNvPr id="5" name="Inhaltsplatzhalter 5">
            <a:extLst>
              <a:ext uri="{FF2B5EF4-FFF2-40B4-BE49-F238E27FC236}">
                <a16:creationId xmlns:a16="http://schemas.microsoft.com/office/drawing/2014/main" id="{A4158B7C-6AA0-887E-5224-F0B217E731C0}"/>
              </a:ext>
            </a:extLst>
          </p:cNvPr>
          <p:cNvSpPr txBox="1">
            <a:spLocks/>
          </p:cNvSpPr>
          <p:nvPr/>
        </p:nvSpPr>
        <p:spPr>
          <a:xfrm>
            <a:off x="700635" y="1977064"/>
            <a:ext cx="10691265" cy="39848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dirty="0">
                <a:latin typeface="Univers Condensed"/>
              </a:rPr>
              <a:t>Kommunikation innerhalb des  Teams</a:t>
            </a:r>
            <a:endParaRPr lang="de-DE" dirty="0"/>
          </a:p>
          <a:p>
            <a:r>
              <a:rPr lang="de-DE" sz="1500" dirty="0">
                <a:latin typeface="Univers Condensed"/>
              </a:rPr>
              <a:t>Absprache bezüglich Verantwortung</a:t>
            </a:r>
          </a:p>
          <a:p>
            <a:r>
              <a:rPr lang="de-DE" sz="1500" dirty="0">
                <a:latin typeface="Univers Condensed"/>
              </a:rPr>
              <a:t>Wissen Austausch</a:t>
            </a:r>
          </a:p>
          <a:p>
            <a:r>
              <a:rPr lang="de-DE" sz="1500" dirty="0">
                <a:latin typeface="Univers Condensed"/>
              </a:rPr>
              <a:t>Support innerhalb des  Teams (</a:t>
            </a:r>
            <a:r>
              <a:rPr lang="de-DE" sz="1500" dirty="0" err="1">
                <a:latin typeface="Univers Condensed"/>
              </a:rPr>
              <a:t>Flexibiltät</a:t>
            </a:r>
            <a:r>
              <a:rPr lang="de-DE" sz="1500" dirty="0">
                <a:latin typeface="Univers Condensed"/>
              </a:rPr>
              <a:t>)</a:t>
            </a:r>
          </a:p>
          <a:p>
            <a:r>
              <a:rPr lang="de-DE" sz="1500" dirty="0">
                <a:latin typeface="Univers Condensed"/>
              </a:rPr>
              <a:t>Vermitteln der Vision des Produkts</a:t>
            </a:r>
          </a:p>
          <a:p>
            <a:r>
              <a:rPr lang="de-DE" sz="1500" dirty="0">
                <a:latin typeface="Univers Condensed"/>
              </a:rPr>
              <a:t>Arbeiten mit GIT</a:t>
            </a:r>
          </a:p>
          <a:p>
            <a:r>
              <a:rPr lang="de-DE" sz="1500" dirty="0">
                <a:latin typeface="Univers Condensed"/>
              </a:rPr>
              <a:t>Einarbeiten in neuen  Technologien.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sz="1300" dirty="0">
                <a:latin typeface="Univers Condensed"/>
              </a:rPr>
              <a:t>Verwendung von Dockern.</a:t>
            </a:r>
          </a:p>
          <a:p>
            <a:endParaRPr lang="de-DE" sz="1500" dirty="0">
              <a:latin typeface="Univers Condensed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e-DE" sz="1300" dirty="0">
              <a:latin typeface="Univers Condensed"/>
            </a:endParaRPr>
          </a:p>
          <a:p>
            <a:endParaRPr lang="de-DE" sz="1500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60905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449B5A-1C3E-F905-881D-F481419E5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 err="1"/>
              <a:t>Recap</a:t>
            </a:r>
            <a:r>
              <a:rPr lang="de-DE" sz="2400" dirty="0"/>
              <a:t> aller Iteration</a:t>
            </a:r>
            <a:br>
              <a:rPr lang="de-DE" sz="3200" dirty="0"/>
            </a:br>
            <a:r>
              <a:rPr lang="de-DE" sz="2000" dirty="0"/>
              <a:t>Was lief schlecht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7476EEC-E1BE-A9AC-B9E1-C2DD08CA8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de-DE" dirty="0">
              <a:latin typeface="Univers Condensed"/>
            </a:endParaRP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10" name="Grafik 9" descr="Ein Bild, das Text, Design, Logo, Grafiken enthält.&#10;&#10;KI-generierte Inhalte können fehlerhaft sein.">
            <a:extLst>
              <a:ext uri="{FF2B5EF4-FFF2-40B4-BE49-F238E27FC236}">
                <a16:creationId xmlns:a16="http://schemas.microsoft.com/office/drawing/2014/main" id="{2FFAA59B-3897-0028-9314-44353D076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602" y="728314"/>
            <a:ext cx="3609975" cy="5400906"/>
          </a:xfrm>
          <a:prstGeom prst="rect">
            <a:avLst/>
          </a:prstGeom>
        </p:spPr>
      </p:pic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6A6AF9A9-ADDC-F187-D30B-A2BF8CE1E2CC}"/>
              </a:ext>
            </a:extLst>
          </p:cNvPr>
          <p:cNvSpPr txBox="1">
            <a:spLocks/>
          </p:cNvSpPr>
          <p:nvPr/>
        </p:nvSpPr>
        <p:spPr>
          <a:xfrm>
            <a:off x="700635" y="1977064"/>
            <a:ext cx="10691265" cy="39848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dirty="0">
                <a:latin typeface="Univers Condensed"/>
              </a:rPr>
              <a:t>Planung von den Funktionalitäten (Überschätzung)</a:t>
            </a:r>
          </a:p>
          <a:p>
            <a:r>
              <a:rPr lang="de-DE" sz="1500" dirty="0">
                <a:latin typeface="Univers Condensed"/>
              </a:rPr>
              <a:t>Überschätzung der Zeit (Zeitmanagement)</a:t>
            </a:r>
          </a:p>
          <a:p>
            <a:r>
              <a:rPr lang="de-DE" sz="1500" dirty="0">
                <a:latin typeface="Univers Condensed"/>
              </a:rPr>
              <a:t>Implementierung des </a:t>
            </a:r>
            <a:r>
              <a:rPr lang="de-DE" sz="1500" dirty="0" err="1">
                <a:latin typeface="Univers Condensed"/>
              </a:rPr>
              <a:t>WebFrontends</a:t>
            </a:r>
            <a:r>
              <a:rPr lang="de-DE" sz="1500" dirty="0">
                <a:latin typeface="Univers Condensed"/>
              </a:rPr>
              <a:t> (bei Iteration 2 verworfen)</a:t>
            </a:r>
          </a:p>
          <a:p>
            <a:r>
              <a:rPr lang="de-DE" sz="1500" dirty="0">
                <a:latin typeface="Univers Condensed"/>
              </a:rPr>
              <a:t>Einschätzten der Komplexität des Systems</a:t>
            </a:r>
          </a:p>
          <a:p>
            <a:r>
              <a:rPr lang="de-DE" sz="1500" dirty="0">
                <a:latin typeface="Univers Condensed"/>
              </a:rPr>
              <a:t>Probleme mit dem  TTs (Wechsel auf andere Library)</a:t>
            </a:r>
          </a:p>
          <a:p>
            <a:r>
              <a:rPr lang="de-DE" sz="1500" dirty="0">
                <a:latin typeface="Univers Condensed"/>
              </a:rPr>
              <a:t>Größe des Dockers (mehrere Gigabyte groß)</a:t>
            </a:r>
          </a:p>
          <a:p>
            <a:r>
              <a:rPr lang="de-DE" sz="1500" dirty="0">
                <a:latin typeface="Univers Condensed"/>
              </a:rPr>
              <a:t>Beschaffung der notwendigen Hardware. (Server für Multiuser)</a:t>
            </a:r>
          </a:p>
          <a:p>
            <a:endParaRPr lang="de-DE" sz="1500" dirty="0">
              <a:latin typeface="Univers Condensed"/>
            </a:endParaRPr>
          </a:p>
          <a:p>
            <a:endParaRPr lang="de-DE" sz="1500" dirty="0">
              <a:latin typeface="Univers Condensed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e-DE" sz="1300" dirty="0">
              <a:latin typeface="Univers Condensed"/>
            </a:endParaRPr>
          </a:p>
          <a:p>
            <a:endParaRPr lang="de-DE" sz="1500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110590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6584-9602-0184-BF0A-FFD50513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66F515-3094-1565-CF7D-43F2B4E13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dirty="0" err="1">
                <a:latin typeface="Univers Condensed"/>
              </a:rPr>
              <a:t>Recap</a:t>
            </a:r>
            <a:r>
              <a:rPr lang="de-DE" sz="2400" dirty="0">
                <a:latin typeface="Univers Condensed"/>
              </a:rPr>
              <a:t> aller Iteration</a:t>
            </a:r>
            <a:br>
              <a:rPr lang="de-DE" sz="3200" dirty="0">
                <a:latin typeface="Univers Condensed"/>
              </a:rPr>
            </a:br>
            <a:r>
              <a:rPr lang="de-DE" sz="2000" dirty="0">
                <a:latin typeface="Univers Condensed"/>
              </a:rPr>
              <a:t>Was würde man beim nächsten Mal anders machen</a:t>
            </a:r>
            <a:endParaRPr lang="de-DE" sz="200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001FBE1-784F-3EB9-6B90-B807F559B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68207"/>
            <a:ext cx="10691265" cy="409368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de-DE" dirty="0">
              <a:latin typeface="Univers Condensed"/>
            </a:endParaRPr>
          </a:p>
          <a:p>
            <a:endParaRPr lang="de-DE" dirty="0">
              <a:latin typeface="Univers Condensed"/>
            </a:endParaRPr>
          </a:p>
          <a:p>
            <a:endParaRPr lang="de-DE" dirty="0">
              <a:latin typeface="Univers Condensed"/>
            </a:endParaRPr>
          </a:p>
          <a:p>
            <a:pPr>
              <a:buFont typeface="Courier New,monospace" panose="020B0604020202020204" pitchFamily="34" charset="0"/>
              <a:buChar char="o"/>
            </a:pPr>
            <a:endParaRPr lang="de-DE" sz="1400" dirty="0">
              <a:latin typeface="Univers Condensed"/>
            </a:endParaRPr>
          </a:p>
          <a:p>
            <a:pPr marL="0" indent="0">
              <a:buNone/>
            </a:pPr>
            <a:endParaRPr lang="de-DE" dirty="0">
              <a:latin typeface="Calisto MT"/>
            </a:endParaRPr>
          </a:p>
        </p:txBody>
      </p:sp>
      <p:pic>
        <p:nvPicPr>
          <p:cNvPr id="10" name="Grafik 9" descr="Ein Bild, das Text, Design, Logo, Grafiken enthält.&#10;&#10;KI-generierte Inhalte können fehlerhaft sein.">
            <a:extLst>
              <a:ext uri="{FF2B5EF4-FFF2-40B4-BE49-F238E27FC236}">
                <a16:creationId xmlns:a16="http://schemas.microsoft.com/office/drawing/2014/main" id="{15A78DA1-03CF-98EB-6B74-7B4B5FB60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602" y="728314"/>
            <a:ext cx="3609975" cy="5400906"/>
          </a:xfrm>
          <a:prstGeom prst="rect">
            <a:avLst/>
          </a:prstGeom>
        </p:spPr>
      </p:pic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932821B5-10C3-9D52-5015-51E495A40818}"/>
              </a:ext>
            </a:extLst>
          </p:cNvPr>
          <p:cNvSpPr txBox="1">
            <a:spLocks/>
          </p:cNvSpPr>
          <p:nvPr/>
        </p:nvSpPr>
        <p:spPr>
          <a:xfrm>
            <a:off x="700635" y="1977064"/>
            <a:ext cx="10691265" cy="39848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dirty="0">
                <a:latin typeface="Univers Condensed"/>
              </a:rPr>
              <a:t>Weniger ist mehr (Funktionalitäten)</a:t>
            </a:r>
          </a:p>
          <a:p>
            <a:r>
              <a:rPr lang="de-DE" sz="1500" dirty="0">
                <a:latin typeface="Univers Condensed"/>
              </a:rPr>
              <a:t>Konzentration auf die Kernfeatures</a:t>
            </a:r>
          </a:p>
          <a:p>
            <a:r>
              <a:rPr lang="de-DE" sz="1500" dirty="0">
                <a:latin typeface="Univers Condensed"/>
              </a:rPr>
              <a:t>Verwenden vom </a:t>
            </a:r>
            <a:r>
              <a:rPr lang="de-DE" sz="1500" dirty="0" err="1">
                <a:latin typeface="Univers Condensed"/>
              </a:rPr>
              <a:t>Issue</a:t>
            </a:r>
            <a:r>
              <a:rPr lang="de-DE" sz="1500" dirty="0">
                <a:latin typeface="Univers Condensed"/>
              </a:rPr>
              <a:t> Board schon bei der 1. Iteration</a:t>
            </a:r>
          </a:p>
          <a:p>
            <a:r>
              <a:rPr lang="de-DE" sz="1500" dirty="0">
                <a:latin typeface="Univers Condensed"/>
              </a:rPr>
              <a:t>Vereinfachung der Komplexität des Systems</a:t>
            </a:r>
          </a:p>
          <a:p>
            <a:r>
              <a:rPr lang="de-DE" sz="1500" dirty="0">
                <a:latin typeface="Univers Condensed"/>
              </a:rPr>
              <a:t>Erst Entwicklung vom Single User System dann Multi User System</a:t>
            </a:r>
          </a:p>
          <a:p>
            <a:r>
              <a:rPr lang="de-DE" sz="1500" dirty="0">
                <a:latin typeface="Univers Condensed"/>
              </a:rPr>
              <a:t>Beschaffen der notwendigen Hardware bereits bei der 1. Iteration</a:t>
            </a:r>
          </a:p>
          <a:p>
            <a:r>
              <a:rPr lang="de-DE" sz="1500" dirty="0">
                <a:latin typeface="Univers Condensed"/>
              </a:rPr>
              <a:t>Erstellen eines testbaren Prototyps bereits in der 1. Iteration.</a:t>
            </a:r>
          </a:p>
          <a:p>
            <a:endParaRPr lang="de-DE" sz="1500" dirty="0">
              <a:latin typeface="Univers Condensed"/>
            </a:endParaRPr>
          </a:p>
          <a:p>
            <a:endParaRPr lang="de-DE" sz="1500" dirty="0">
              <a:latin typeface="Univers Condensed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e-DE" sz="1300" dirty="0">
              <a:latin typeface="Univers Condensed"/>
            </a:endParaRPr>
          </a:p>
          <a:p>
            <a:endParaRPr lang="de-DE" sz="1500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07820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AA733F-DC41-5DA4-E4EE-0D34E6057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2775204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We will continue the development process in the start-up project in the next semester.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60203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62125-8E35-2DD1-7CB7-BE55D892B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CBB650-93A3-D859-306B-44726182F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 err="1">
                <a:latin typeface="Univers Condensed"/>
              </a:rPr>
              <a:t>LiVEDEmo</a:t>
            </a:r>
            <a:endParaRPr lang="de-DE" sz="3200" dirty="0">
              <a:latin typeface="Univers Condensed"/>
            </a:endParaRPr>
          </a:p>
        </p:txBody>
      </p:sp>
      <p:pic>
        <p:nvPicPr>
          <p:cNvPr id="3" name="Inhaltsplatzhalter 2" descr="Ein Bild, das Tex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972F30E7-F10D-2EEC-91B4-0654A2A9BD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207" y="1879153"/>
            <a:ext cx="5504008" cy="3984824"/>
          </a:xfrm>
          <a:prstGeom prst="rect">
            <a:avLst/>
          </a:prstGeom>
        </p:spPr>
      </p:pic>
      <p:pic>
        <p:nvPicPr>
          <p:cNvPr id="10" name="Grafik 9" descr="Ein Bild, das Text, Design, Logo, Grafiken enthält.&#10;&#10;KI-generierte Inhalte können fehlerhaft sein.">
            <a:extLst>
              <a:ext uri="{FF2B5EF4-FFF2-40B4-BE49-F238E27FC236}">
                <a16:creationId xmlns:a16="http://schemas.microsoft.com/office/drawing/2014/main" id="{F853E04A-1089-AD51-6CD7-BB85800F0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602" y="728314"/>
            <a:ext cx="3609975" cy="540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9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E52A-7782-9FFF-8754-0CCF37DC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9DB0D406-E3DC-90A6-038F-6C3C4C944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758" y="2644093"/>
            <a:ext cx="4899132" cy="1307592"/>
          </a:xfrm>
        </p:spPr>
        <p:txBody>
          <a:bodyPr>
            <a:normAutofit fontScale="90000"/>
          </a:bodyPr>
          <a:lstStyle/>
          <a:p>
            <a:r>
              <a:rPr lang="de-DE" sz="4900" b="1" dirty="0"/>
              <a:t>Danke für Eure Aufmerksamkeit</a:t>
            </a:r>
            <a:endParaRPr lang="de-DE" dirty="0"/>
          </a:p>
        </p:txBody>
      </p:sp>
      <p:pic>
        <p:nvPicPr>
          <p:cNvPr id="16" name="Grafik 15" descr="Ein Bild, das Text, Design, Logo, Grafiken enthält.&#10;&#10;KI-generierte Inhalte können fehlerhaft sein.">
            <a:extLst>
              <a:ext uri="{FF2B5EF4-FFF2-40B4-BE49-F238E27FC236}">
                <a16:creationId xmlns:a16="http://schemas.microsoft.com/office/drawing/2014/main" id="{017A646B-3FD7-FF6E-DDA9-23C69B979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602" y="728314"/>
            <a:ext cx="3609975" cy="540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4460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Microsoft Office PowerPoint</Application>
  <PresentationFormat>Breitbild</PresentationFormat>
  <Paragraphs>82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Arial</vt:lpstr>
      <vt:lpstr>Calisto MT</vt:lpstr>
      <vt:lpstr>Courier New</vt:lpstr>
      <vt:lpstr>Courier New,monospace</vt:lpstr>
      <vt:lpstr>Univers Condensed</vt:lpstr>
      <vt:lpstr>ChronicleVTI</vt:lpstr>
      <vt:lpstr>LibrIMe Deine Freiheit beginnt im Ohr              3. Iteration</vt:lpstr>
      <vt:lpstr>Inhalt </vt:lpstr>
      <vt:lpstr>Was wurde sich vorgenommen!</vt:lpstr>
      <vt:lpstr>Was wurde geschafft!</vt:lpstr>
      <vt:lpstr>Welche Probleme gab es!</vt:lpstr>
      <vt:lpstr>Recap aller Iteration Was lief gut!</vt:lpstr>
      <vt:lpstr>Recap aller Iteration Was lief schlecht</vt:lpstr>
      <vt:lpstr>Recap aller Iteration Was würde man beim nächsten Mal anders machen</vt:lpstr>
      <vt:lpstr>We will continue the development process in the start-up project in the next semester.</vt:lpstr>
      <vt:lpstr>LiVEDEmo</vt:lpstr>
      <vt:lpstr>Danke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Bliem-Zupansky Dominik</cp:lastModifiedBy>
  <cp:revision>822</cp:revision>
  <dcterms:created xsi:type="dcterms:W3CDTF">2012-07-30T21:06:50Z</dcterms:created>
  <dcterms:modified xsi:type="dcterms:W3CDTF">2026-01-29T16:00:08Z</dcterms:modified>
</cp:coreProperties>
</file>